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6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audience: CTO / Head of Engineering at ClearCart.
Green software matters here because:
- API cost scales linearly with uploads today — no batching, no caching
- US-East routing adds unnecessary carbon intensity vs EU regions
- Idle capacity during off-peak hours wastes hardware utilisation
Tie to lesson: carbon, energy, hardware, measurement all have direct cost proxies — making the business case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SCI-style framing:
- R = one image moderated
- E = energy consumed per call (model + networking)
- I = carbon intensity of the grid (US-East vs EU-West)
- M = embodied carbon of hardware (amortised per call)
We will use cost-per-call as a proxy for E until real measurement is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Hotspot identification logic:
1. Repeated work: same-image uploads are common in e-commerce (seasonal re-listing, bundles). Conservative assumption: 15–20% duplicates.
2. Synchronous call pattern is industry default but wastes off-peak compute.
3. Region mismatch is a verifiable fact if the API provider dashboard shows region selection.
4. Model sizing: typical vision moderation can be handled by smaller, cheaper models for 80%+ of clear-cut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honest guesses, not verified facts. Confidence legend:
- High = verifiable today with existing access
- Medium = likely true based on industry benchmarks, needs 1 data pull to confirm
- Low = pure assumption, must validate before proposing solutions as definitive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GSF Pillars alignment:
- Carbon: most direct win is region change
- Energy: model routing (cascade) is the biggest lever
- Hardware: we influence via demand reduction (batching, caching) not direct HW choice
- Measurement: nothing can be proven or defended without a baseline — this is the unlock for all other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detail:
- Route step 1: lightweight image classifier (e.g. ViT-tiny or CLIP-small, &lt;10M params) scores image
- Confidence &gt; 0.92 and class = "benign" → auto-pass, no large model call
- Everything else routes to large model
- Estimated split based on industry benchmarks: ~75-85% of product images are trivially safe
Quality safeguard: 5% random sample of auto-passes reviewed weekly — prevents silent model drift.
GSF Pattern: Demand Shaping — reduce demand on energy-intensive resources by routing away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pHash libraries: imagehash (Python), perception (Go), jimp (Node).
Hamming distance threshold of 8–10 handles minor compression artifacts.
TTL 90 days balances freshness vs cost savings.
Cache hit rate is the key metric — instrument from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 change:
- Check API provider docs for EU-West availability and data residency compliance (GDPR benefit too!)
- Grid intensity data source: Electricity Maps or electricitymap.org
Batching:
- Label uploads as "urgent" (live listing going live now) vs "deferred" (draft, scheduled listing)
- Seller UX: show "being reviewed" status with estimated completion time for deferred items
- Pattern: Time-shifting workloads = GSF Patterns: Optimize Utilization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often skipped in proposals but it's actually the most critical unlock.
Without a baseline we cannot:
- Defend any % savings claims
- Detect regression after changes
- Build the SCI formula: E × I + M / R
First 2 weeks: instrument only, no changes. Then apply solutions in order: cache → region → batching →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Measurement first principle: instrument in shadow mode before activating any change.
This gives us:
1. A defensible before/after comparison
2. Early warning if a change has unexpected effects (latency spike, precision drop)
Key metric to watch: tokens per R (cost proxy) and cache hit rate.
SCI baseline calculation will follow from week 1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caveats are what make this a credible assessment, not a greenwashing exercise.
Key lesson reminder: SCI (Software Carbon Intensity) does not count offsets. The score is about what you actually emit per unit of value, not what you offset on paper.
Validate sequence: measurement → cache → region → cascade. Don't skip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Stretch slide — before/after hypothesis table.
All numbers are estimates; cite them as such in any stakeholder conversation.
The 'Watch for' column is the key: each hypothesis has a single falsifiable metric.
If the metric doesn't move after 1 week, the assumption behind it was wrong — re-assess before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Tech Assessment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ClearCart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Image Moderation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Software Foundation (GSF) Stakeholder Assessment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CTO / Head of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The Hook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Green Software Matters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E4A2A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images/day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by sellers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1460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E4A2A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API call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56032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— no batching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 today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1772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E4A2A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371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~$180K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66344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(rough)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720840" y="12344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1E4A2A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3716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766560" y="2331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despite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EU-based users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·  Carbon  ·  Competitive risk — all tied to one inefficient pipeline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One Unit of Value (R)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960120"/>
            <a:ext cx="69494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0160" y="10515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240280" y="109728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image moderated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policy decision (pass or flag)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upload triggers exactly one moderation decision
</a:t>
            </a: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consistent across model changes and A/B tests
</a:t>
            </a: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maps to cost, latency, carbon per API call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4480560"/>
            <a:ext cx="210312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SCI: E × I + M / 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— Why Believe This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“Why should we believe this?”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1050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6EFAC"/>
                </a:solidFill>
                <a:latin typeface="Calibri" pitchFamily="34" charset="0"/>
              </a:rPr>
              <a:t>A fair challenge. Here is what we know, what we estimated, and how we will verify it.</a:t>
            </a:r>
          </a:p>
        </p:txBody>
      </p:sp>
      <p:sp>
        <p:nvSpPr>
          <p:cNvPr id="4" name="Card1"/>
          <p:cNvSpPr/>
          <p:nvPr/>
        </p:nvSpPr>
        <p:spPr>
          <a:xfrm>
            <a:off x="457200" y="1500000"/>
            <a:ext cx="2590800" cy="1280160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</a:rPr>
              <a:t>✅ Verifiable today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</a:rPr>
              <a:t>US-East routing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</a:rPr>
              <a:t>Confirm from API provider dashboard or network trace in &lt;1 hour.</a:t>
            </a:r>
          </a:p>
        </p:txBody>
      </p:sp>
      <p:sp>
        <p:nvSpPr>
          <p:cNvPr id="5" name="Card2"/>
          <p:cNvSpPr/>
          <p:nvPr/>
        </p:nvSpPr>
        <p:spPr>
          <a:xfrm>
            <a:off x="3200400" y="1500000"/>
            <a:ext cx="2590800" cy="1280160"/>
          </a:xfrm>
          <a:prstGeom prst="rect">
            <a:avLst/>
          </a:prstGeom>
          <a:solidFill>
            <a:srgbClr val="1C3A5E"/>
          </a:solidFill>
          <a:ln w="12700">
            <a:solidFill>
              <a:srgbClr val="60A5FA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</a:rPr>
              <a:t>📊 Industry benchmark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</a:rPr>
              <a:t>15–20% duplicate images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</a:rPr>
              <a:t>Common in e-commerce re-listing. Unconfirmed for ClearCart — Week 1 pHash run will tell us.</a:t>
            </a:r>
          </a:p>
        </p:txBody>
      </p:sp>
      <p:sp>
        <p:nvSpPr>
          <p:cNvPr id="6" name="Card3"/>
          <p:cNvSpPr/>
          <p:nvPr/>
        </p:nvSpPr>
        <p:spPr>
          <a:xfrm>
            <a:off x="5943600" y="1500000"/>
            <a:ext cx="2743200" cy="1280160"/>
          </a:xfrm>
          <a:prstGeom prst="rect">
            <a:avLst/>
          </a:prstGeom>
          <a:solidFill>
            <a:srgbClr val="3B1F00"/>
          </a:solidFill>
          <a:ln w="12700">
            <a:solidFill>
              <a:srgbClr val="F59E0B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</a:rPr>
              <a:t>⚠ Assumed, needs export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EF3C7"/>
                </a:solidFill>
                <a:latin typeface="Calibri" pitchFamily="34" charset="0"/>
              </a:rPr>
              <a:t>Model ID and API cost per call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</a:rPr>
              <a:t>GPT-4o-class assumed. Actual cost requires API billing export — first action in Week 1.</a:t>
            </a:r>
          </a:p>
        </p:txBody>
      </p:sp>
      <p:sp>
        <p:nvSpPr>
          <p:cNvPr id="7" name="Commitment"/>
          <p:cNvSpPr/>
          <p:nvPr/>
        </p:nvSpPr>
        <p:spPr>
          <a:xfrm>
            <a:off x="457200" y="2960000"/>
            <a:ext cx="8229600" cy="820000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</a:rPr>
              <a:t>Our commitment: </a:t>
            </a:r>
            <a:r>
              <a:rPr lang="en-US" sz="1400" dirty="0">
                <a:solidFill>
                  <a:srgbClr val="DCFCE7"/>
                </a:solidFill>
                <a:latin typeface="Calibri" pitchFamily="34" charset="0"/>
              </a:rPr>
              <a:t>No recommendation goes live until Week 1 data either confirms or revises the assumption behind it. Every figure here is falsifiable.</a:t>
            </a:r>
          </a:p>
        </p:txBody>
      </p:sp>
      <p:sp>
        <p:nvSpPr>
          <p:cNvPr id="8" name="NextStep"/>
          <p:cNvSpPr/>
          <p:nvPr/>
        </p:nvSpPr>
        <p:spPr>
          <a:xfrm>
            <a:off x="457200" y="38900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</a:rPr>
              <a:t>Next slide: Assessment — where the compute concentrates and why each problem matters.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Assessment: Where the Compute Concentrates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160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31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0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 — Every Call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11480" y="1564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GPT-4o-class vision model called for EVERY image, including clearly safe ones (white-background product shots, standard apparel).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Repeated work on trivial inputs.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247904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49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Energy · Carbon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1600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531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0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No Batching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846320" y="1564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upload triggers an immediate single-item API call. Off-peak hours (midnight–6 am) see &lt;5% traffic but same per-call overhead.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Idle capacity wasted.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46320" y="247904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Hardware · Energy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9819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1912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07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 Region vs EU Users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11480" y="35306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routed to US-East. ClearCart's sellers and HQ are in Germany. US-East grid intensity ≈ 400 gCO₂/kWh vs EU-West ≈ 200 gCO₂/kWh.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2× carbon penalty.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444500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11480" y="4361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Carbon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29819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191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07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Images — No Cache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846320" y="35306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sellers frequently re-upload identical product images (seasonal relisting). No deduplication or decision caching.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Paying twice for the same result.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846320" y="434340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46320" y="4463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Energy · Hardware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Honest Assumptions &amp; What We Don't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984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 uploads/day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" y="1307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a mid-sized EU marketplace benchmark; needs validation from ClearCart ops data.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06640" y="1161288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179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728216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F4F7F4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379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773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GPT-4o-class model in use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2075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based on common vendor choice. Actual model ID and token cost unknown — needs API billing export.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406640" y="1929384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06640" y="1947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496312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60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duplicate images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28437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e-commerce re-listing; unconfirmed for ClearCart. One week of hash-comparison logs would verify.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406640" y="269748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406640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264408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F4F7F4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7413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 routing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05840" y="3611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from API provider dashboard or network trace. This is the assumption we trust most.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406640" y="3465576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406640" y="3483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4032504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4223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5840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caching layer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05840" y="43799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caching mentioned in briefing. Architecture review needed to confirm.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406640" y="4233672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40664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GSF Pillars 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789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24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 grid: ~400 gCO₂/kWh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EU-West would halve carbon intensity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SCI baseline in place yet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00600" y="91440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07899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024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983480" y="15727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 on every call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batching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calls still full-cost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297180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3639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48640" y="36301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API-side: provider manages HW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lever: reduce utilisation demand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calls = embodied carbon waste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800600" y="2971800"/>
            <a:ext cx="4206240" cy="1920240"/>
          </a:xfrm>
          <a:prstGeom prst="roundRect">
            <a:avLst>
              <a:gd name="adj" fmla="val 71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3639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983480" y="36301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token/cost per R tracked today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call detection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 baseline = first priority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Solution 1: Model Cascade (Tiered Routing)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8077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EE2E2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820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3797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→ Large multimodal model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(GPT-4o-class)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~$0.004/image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~1.8 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Carbon: high grid intensity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00600" y="108077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DCFCE7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2649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537970"/>
            <a:ext cx="3794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classifier first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80% trivially safe → PASS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20% ambiguous → Large model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cost: ~$0.001/image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&lt;0.4 s for simple cases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548640" cy="228600"/>
          </a:xfrm>
          <a:prstGeom prst="rect">
            <a:avLst/>
          </a:prstGeom>
          <a:noFill/>
          <a:ln w="12700">
            <a:noFill/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4820" y="1925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safeguard: sample 5% of auto-passed images each week for human spot-check to detect model drift — not a blind downgrade.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</a:t>
            </a: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 ·  Carbon  ·  Hardware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343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Optimize AI/ML model size + Queue non-urgent requests (patterns.greensoftware.foundation)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Solution 2: Perceptual Hashing &amp; Decision Caching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2186"/>
            <a:ext cx="8412480" cy="864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52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re-upload identical product images repeatedly (seasonal relisting, bundle variations). Each re-upload fires a new API call, paying twice for the same moderation result.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BF5EB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pHash on upload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 (pHash) is fast (&lt;2 ms), runs before any API call.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BF5EB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decision 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pHash seen within 90 days → return cached verdict instantly. No model call.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BF5EB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new decisions (TTL: 90 days)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{pHash → verdict, timestamp}. Automatic expiry keeps cache lean.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15–20% call reduction in month 1; verifiable from cache hit-rate metric.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</a:t>
            </a: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 ·  Hardware  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Pattern: </a:t>
            </a: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— Cache static data (patterns.greensoftware.foundation)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Solution 3: EU Region Routing + Off-Peak Batching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65756"/>
            <a:ext cx="4160520" cy="3749040"/>
          </a:xfrm>
          <a:prstGeom prst="roundRect">
            <a:avLst>
              <a:gd name="adj" fmla="val 3659"/>
            </a:avLst>
          </a:prstGeom>
          <a:solidFill>
            <a:srgbClr val="EBF5EB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3355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13355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EU-West Region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584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8409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 grid: ~400 gCO₂/kWh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latency to EU sellers (~90 ms)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453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7096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EU-West (Ireland/Frankfurt)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~180–220 gCO₂/kWh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322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5783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carbon reduction per call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improvement for EU sellers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32816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337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Carbon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065756"/>
            <a:ext cx="4160520" cy="3749040"/>
          </a:xfrm>
          <a:prstGeom prst="roundRect">
            <a:avLst>
              <a:gd name="adj" fmla="val 3659"/>
            </a:avLst>
          </a:prstGeom>
          <a:solidFill>
            <a:srgbClr val="EBF5EB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13355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113355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Batch Queue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1584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92040" y="184099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call even for non-urgent uploads (draft listings, scheduled items)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2453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92040" y="27096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non-time-critical uploads → defer to batch window (2–6 am local)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50-image batches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92040" y="3322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35783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HW utilisation at provider side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batch pricing discount (30%+ on some providers)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92040" y="425196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92040" y="427659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Energy · Hardware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Solution 4: Instrument Before You Optimise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412480" cy="530352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D1E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144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can't improve what you don't measure" — and right now ClearCart has no SCI baseline for image moderation.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412480" cy="3017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consumed /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billing export → tokens per image 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for E (energy per decision)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 per 1K uploads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logs, bucket by hour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batching impact; baseline before/after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rate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pHash cache middleware counter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duplicate-image assumption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by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dashboard / CloudWatch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region switch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tier split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router logs: small vs large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80/20 assumption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Pillar: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 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Measurement Plan: 2-Week Sprint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3749040"/>
          </a:xfrm>
          <a:prstGeom prst="roundRect">
            <a:avLst>
              <a:gd name="adj" fmla="val 3659"/>
            </a:avLst>
          </a:prstGeom>
          <a:solidFill>
            <a:srgbClr val="EBF5EB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0020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API billing export → log tokens, cost per call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11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call frequency by hour (detect off-peak pattern)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404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current duplicate image rate (pHash experiment)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898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region per call from provider logs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showing tokens/R, calls/hour, region split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4160520" cy="3749040"/>
          </a:xfrm>
          <a:prstGeom prst="roundRect">
            <a:avLst>
              <a:gd name="adj" fmla="val 3659"/>
            </a:avLst>
          </a:prstGeom>
          <a:solidFill>
            <a:srgbClr val="E8F4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987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Change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pHash cache in shadow mode (log hits, don't short-circuit)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9110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region to EU-West for 20% of traffic (canary)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404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EU-West latency + estimated carbon vs US-East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898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1A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 cascade on 1,000-image sample (precision check)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342900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 ≥10%, EU-West carbon ≤50% of US-East, cascade precision ≥98%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— Caveats &amp; What We Will Not Claim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E3A2E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43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'Carbon Neutral' claim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6184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measured real energy consumption or purchased offsets. All figures are estimates using cost as an energy proxy. SCI does not count offsets toward the score.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800600" y="10515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E3A2E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143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rate is unverified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37760" y="16184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15–20% duplicate assumption is from industry benchmarks. ClearCart's actual rate could be 5% or 40%. Week 1 measurement will tell us which solutions to prioritise.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8803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E3A2E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17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must be validated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02920" y="3447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cascade requires a precision evaluation on ClearCart's own image corpus before rollout. Generic benchmarks do not guarantee domain-specific accuracy.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800600" y="288036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E3A2E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175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data residency first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937760" y="3447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switch to EU-West needs legal sign-off on data residency. Carbon benefit is real but cannot override compliance requirements.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65760" y="4754880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validate: API billing export · pHash shadow run · Provider region docs · Legal review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— Before / After Hypothesis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475989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Execute the Roadmap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3474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for (1 week)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pHash Cache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 / 1K uploads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~17% fewer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rate ≥15%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R ($/image)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cost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≥98% on flagged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EU-West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gCO₂ per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 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 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carbon/image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= EU on ≥95%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7BC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Off-Peak Batching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Peak-hour call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B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all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shifted to 2–6 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0EE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HW utilisation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0D0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queue drain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6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hypotheses are falsifiable: if week-1 cache hit rate &lt;5%, revisit duplicate assumption before proceeding.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2483</Words>
  <Application>Microsoft Office PowerPoint</Application>
  <PresentationFormat>On-screen Show (16:9)</PresentationFormat>
  <Paragraphs>251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ClearCart — Green Tech Assessment</dc:title>
  <dc:subject>PptxGenJS Presentation</dc:subject>
  <dc:creator>PptxGenJS</dc:creator>
  <cp:lastModifiedBy>Dilia Navarro</cp:lastModifiedBy>
  <cp:revision>3</cp:revision>
  <dcterms:created xsi:type="dcterms:W3CDTF">2026-05-31T17:15:51Z</dcterms:created>
  <dcterms:modified xsi:type="dcterms:W3CDTF">2026-06-04T08:26:20Z</dcterms:modified>
</cp:coreProperties>
</file>