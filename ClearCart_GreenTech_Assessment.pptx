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24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960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audience: CTO / Head of Engineering at ClearCart.
Green software matters here because:
- API cost scales linearly with uploads today — no batching, no caching
- US-East routing adds unnecessary carbon intensity vs EU regions
- Idle capacity during off-peak hours wastes hardware utilisation
Tie to lesson: carbon, energy, hardware, measurement all have direct cost proxies — making the business case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SCI-style framing:
- R = one image moderated
- E = energy consumed per call (model + networking)
- I = carbon intensity of the grid (US-East vs EU-West)
- M = embodied carbon of hardware (amortised per call)
We will use cost-per-call as a proxy for E until real measurement is in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Hotspot identification logic:
1. Repeated work: same-image uploads are common in e-commerce (seasonal re-listing, bundles). Conservative assumption: 15–20% duplicates.
2. Synchronous call pattern is industry default but wastes off-peak compute.
3. Region mismatch is a verifiable fact if the API provider dashboard shows region selection.
4. Model sizing: typical vision moderation can be handled by smaller, cheaper models for 80%+ of clear-cut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honest guesses, not verified facts. Confidence legend:
- High = verifiable today with existing access
- Medium = likely true based on industry benchmarks, needs 1 data pull to confirm
- Low = pure assumption, must validate before proposing solutions as definitive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GSF Pillars alignment:
- Carbon: most direct win is region change
- Energy: model routing (cascade) is the biggest lever
- Hardware: we influence via demand reduction (batching, caching) not direct HW choice
- Measurement: nothing can be proven or defended without a baseline — this is the unlock for all other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detail:
- Route step 1: lightweight image classifier (e.g. ViT-tiny or CLIP-small, &lt;10M params) scores image
- Confidence &gt; 0.92 and class = "benign" → auto-pass, no large model call
- Everything else routes to large model
- Estimated split based on industry benchmarks: ~75-85% of product images are trivially safe
Quality safeguard: 5% random sample of auto-passes reviewed weekly — prevents silent model drift.
GSF Pattern: Demand Shaping — reduce demand on energy-intensive resources by routing away from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pHash libraries: imagehash (Python), perception (Go), jimp (Node).
Hamming distance threshold of 8–10 handles minor compression artifacts.
TTL 90 days balances freshness vs cost savings.
Cache hit rate is the key metric — instrument from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Region change:
- Check API provider docs for EU-West availability and data residency compliance (GDPR benefit too!)
- Grid intensity data source: Electricity Maps or electricitymap.org
Batching:
- Label uploads as "urgent" (live listing going live now) vs "deferred" (draft, scheduled listing)
- Seller UX: show "being reviewed" status with estimated completion time for deferred items
- Pattern: Time-shifting workloads = GSF Patterns: Optimize Utilization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often skipped in proposals but it's actually the most critical unlock.
Without a baseline we cannot:
- Defend any % savings claims
- Detect regression after changes
- Build the SCI formula: E × I + M / R
First 2 weeks: instrument only, no changes. Then apply solutions in order: cache → region → batching → cascade.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Measurement first principle: instrument in shadow mode before activating any change.
This gives us:
1. A defensible before/after comparison
2. Early warning if a change has unexpected effects (latency spike, precision drop)
Key metric to watch: tokens per R (cost proxy) and cache hit rate.
SCI baseline calculation will follow from week 1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caveats are what make this a credible assessment, not a greenwashing exercise.
Key lesson reminder: SCI (Software Carbon Intensity) does not count offsets. The score is about what you actually emit per unit of value, not what you offset on paper.
Validate sequence: measurement → cache → region → cascade. Don't skip ahead.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Stretch slide — before/after hypothesis table.
All numbers are estimates; cite them as such in any stakeholder conversation.
The 'Watch for' column is the key: each hypothesis has a single falsifiable metric.
If the metric doesn't move after 1 week, the assumption behind it was wrong — re-assess before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Tech Assessment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ClearCart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274320" y="19659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Product Image Moderation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" y="26060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Software Foundation (GSF) Stakeholder Assessment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CTO / Head of Engineering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4389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The Hook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Green Software Matters 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3716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~500K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5720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images/day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uploaded by sellers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1460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3716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6032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API call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256032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image — no batching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caching today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61772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37160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6344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~$180K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466344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cost (rough)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72084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13716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76656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676656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despite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EU-based users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457200" y="40690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 ·  Carbon  ·  Competitive risk — all tied to one inefficient pipeline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— One Unit of Value (R)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97280" y="960120"/>
            <a:ext cx="69494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280160" y="105156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240280" y="1097280"/>
            <a:ext cx="5577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product image moderated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policy decision (pass or flag)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R?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Countable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each upload triggers exactly one moderation decision
</a:t>
            </a: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consistent across model changes and A/B tests
</a:t>
            </a: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maps to cost, latency, carbon per API call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0" y="4480560"/>
            <a:ext cx="210312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44988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SCI: E × I + M / 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— Assessment: Where the Compute Concentrates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91440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005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Model — Every Call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11480" y="146304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GPT-4o-class vision model called for EVERY image, including clearly safe ones (white-background product shots, standard apparel).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Repeated work on trivial inputs.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11480" y="237744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Energy · Carbon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54880" y="91440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05156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49240" y="1005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Synchronous, No Batching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846320" y="146304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upload triggers an immediate single-item API call. Off-peak hours (midnight–6 am) see &lt;5% traffic but same per-call overhead.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Idle capacity wasted.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46320" y="237744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4632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Hardware · Energy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20040" y="288036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17520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4400" y="2971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Region vs EU Users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411480" y="34290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routed to US-East. ClearCart's sellers and HQ are in Germany. US-East grid intensity ≈ 400 gCO₂/kWh vs EU-West ≈ 200 gCO₂/kWh.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2× carbon penalty.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11480" y="434340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11480" y="4361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Carbon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754880" y="288036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017520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49240" y="2971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Images — No Cache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4846320" y="34290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sellers frequently re-upload identical product images (seasonal relisting). No deduplication or decision caching.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Paying twice for the same result.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846320" y="434340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846320" y="4361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Energy · Hardware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Skeptical stakeholder: "How do you know duplicates are common?" → We don't yet. Measurement step will validate.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— Honest Assumptions &amp; What We Don't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69848"/>
            <a:ext cx="347472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~500K uploads/day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05840" y="1307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from a mid-sized EU marketplace benchmark; needs validation from ClearCart ops data.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06640" y="1161288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06640" y="1179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1728216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4F7F4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837944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17739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GPT-4o-class model in use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05840" y="20756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 based on common vendor choice. Actual model ID and token cost unknown — needs API billing export.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406640" y="1929384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406640" y="19476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65760" y="2496312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0604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5840" y="25420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15–20% duplicate images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005840" y="28437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 e-commerce re-listing; unconfirmed for ClearCart. One week of hash-comparison logs would verify.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7406640" y="2697480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406640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365760" y="3264408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4F7F4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374136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05840" y="33101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routing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005840" y="3611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from API provider dashboard or network trace. This is the assumption we trust most.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7406640" y="3465576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406640" y="34838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65760" y="4032504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42232"/>
            <a:ext cx="347472" cy="34747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05840" y="40782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caching layer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1005840" y="437997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caching mentioned in briefing. Architecture review needed to confirm.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7406640" y="4233672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406640" y="4251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— GSF Pillars 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78992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024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5727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grid: ~400 gCO₂/kWh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EU-West would halve carbon intensity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SCI baseline in place yet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800600" y="9144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078992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1024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983480" y="15727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model on every call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request batching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calls still full-cost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65760" y="29718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136392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3081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548640" y="36301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API-side: provider manages HW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lever: reduce utilisation demand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calls = embodied carbon waste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800600" y="29718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136392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86400" y="3081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4983480" y="36301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token/cost per R tracked today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call detection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 baseline = first priority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— Solution 1: Model Cascade (Tiered Routing)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114800" cy="2286000"/>
          </a:xfrm>
          <a:prstGeom prst="roundRect">
            <a:avLst>
              <a:gd name="adj" fmla="val 4800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058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3794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→ Large multimodal model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(GPT-4o-class)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~$0.004/image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~1.8 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Carbon: high grid intensity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800600" y="960120"/>
            <a:ext cx="4114800" cy="2286000"/>
          </a:xfrm>
          <a:prstGeom prst="roundRect">
            <a:avLst>
              <a:gd name="adj" fmla="val 4800"/>
            </a:avLst>
          </a:prstGeom>
          <a:solidFill>
            <a:srgbClr val="DCFCE7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10058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83480" y="1417320"/>
            <a:ext cx="3794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classifier first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80% trivially safe → PASS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20% ambiguous → Large model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cost: ~$0.001/image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&lt;0.4 s for simple cases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548640" cy="228600"/>
          </a:xfrm>
          <a:prstGeom prst="rect">
            <a:avLst/>
          </a:prstGeom>
          <a:noFill/>
          <a:ln w="12700">
            <a:noFill/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74820" y="180475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65760" y="34290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safeguard: sample 5% of auto-passed images each week for human spot-check to detect model drift — not a blind downgrade.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</a:t>
            </a: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 ·  Carbon  ·  Hardware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3434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</a:t>
            </a: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Shaping (GSF Patterns catalog)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— Solution 2: Perceptual Hashing &amp; Decision Caching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52186"/>
            <a:ext cx="8412480" cy="864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03527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re-upload identical product images repeatedly (seasonal relisting, bundle variations). Each re-upload fires a new API call, paying twice for the same moderation result.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EBF5EB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>
              <a:solidFill>
                <a:srgbClr val="00B05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pHash on upload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Perceptual hash (pHash) is fast (&lt;2 ms), runs before any API call.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2148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EBF5EB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>
              <a:solidFill>
                <a:srgbClr val="00B05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37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decision cache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3246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pHash seen within 90 days → return cached verdict instantly. No model call.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2148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EBF5EB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>
              <a:solidFill>
                <a:srgbClr val="00B05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179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new decisions (TTL: 90 days)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3246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{pHash → verdict, timestamp}. Automatic expiry keeps cache lean.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160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15–20% call reduction in month 1; verifiable from cache hit-rate metric.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45262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</a:t>
            </a: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 ·  Hardware  </a:t>
            </a: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Pattern: </a:t>
            </a: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Cache-Aside (GSF Patterns)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— Solution 3: EU Region Routing + Off-Peak Batching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989556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BF5EB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37155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1037155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EU-West Region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15087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176479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grid: ~400 gCO₂/kWh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latency to EU sellers (~90 ms)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23774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263347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EU-West (Ireland/Frankfurt)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Grid: ~180–220 gCO₂/kWh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2461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350215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~50% carbon reduction per call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improvement for EU sellers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425196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270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Carbon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54880" y="989556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BF5EB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037155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394960" y="1037155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Batch Queue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92040" y="15087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892040" y="176479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call even for non-urgent uploads (draft listings, scheduled items)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892040" y="23774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892040" y="263347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non-time-critical uploads → defer to batch window (2–6 am local)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into 50-image batches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892040" y="32461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892040" y="350215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HW utilisation at provider side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batch pricing discount (30%+ on some providers)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892040" y="425196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892040" y="4270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Energy · Hardware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— Solution 4: Instrument Before You Optimise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8412480" cy="530352"/>
          </a:xfrm>
          <a:prstGeom prst="roundRect">
            <a:avLst>
              <a:gd name="adj" fmla="val 17143"/>
            </a:avLst>
          </a:prstGeom>
          <a:solidFill>
            <a:srgbClr val="FEF3C7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9144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can't improve what you don't measure" — and right now ClearCart has no SCI baseline for image moderation.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8412480" cy="30175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capture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consumed /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billing export → tokens per image 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 for E (energy per decision)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calls per 1K uploads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gateway logs, bucket by hour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batching impact; baseline before/after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hit rate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pHash cache middleware counter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duplicate-image assumption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by region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 dashboard / CloudWatch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Confirms region switch compliance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tier split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Cascade router logs: small vs large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80/20 assumption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</a:t>
            </a: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 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— Measurement Plan: 2-Week Sprint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BF5EB"/>
          </a:solidFill>
          <a:ln w="254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600200" y="9875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API billing export → log tokens, cost per call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11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call frequency by hour (detect off-peak pattern)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4048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current duplicate image rate (pHash experiment)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898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region per call from provider logs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3977640" cy="1051560"/>
          </a:xfrm>
          <a:prstGeom prst="roundRect">
            <a:avLst>
              <a:gd name="adj" fmla="val 869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Success: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749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showing tokens/R, calls/hour, region split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00600" y="914400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8F4FF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9875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0" y="9875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Change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pHash cache in shadow mode (log hits, don't short-circuit)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1911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region to EU-West for 20% of traffic (canary)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24048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EU-West latency + estimated carbon vs US-East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898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model cascade on 1,000-image sample (precision check)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92040" y="3429000"/>
            <a:ext cx="3977640" cy="1051560"/>
          </a:xfrm>
          <a:prstGeom prst="roundRect">
            <a:avLst>
              <a:gd name="adj" fmla="val 8696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Success: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0" y="3749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rate ≥10%, EU-West carbon ≤50% of US-East, cascade precision ≥98%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E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— Caveats &amp; What We Will Not Claim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8872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11430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'Carbon Neutral' claim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16184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not measured real energy consumption or purchased offsets. All figures are estimates using cost as an energy proxy. SCI does not count offsets toward the score.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800600" y="10515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18872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1430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rate is unverified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937760" y="16184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15–20% duplicate assumption is from industry benchmarks. ClearCart's actual rate could be 5% or 40%. Week 1 measurement will tell us which solutions to prioritise.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65760" y="28803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01752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9718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quality must be validated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02920" y="34472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cascade requires a precision evaluation on ClearCart's own image corpus before rollout. Generic benchmarks do not guarantee domain-specific accuracy.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4800600" y="28803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01752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94960" y="29718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&amp; data residency first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4937760" y="34472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switch to EU-West needs legal sign-off on data residency. Carbon benefit is real but cannot override compliance requirements.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365760" y="4754880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to validate: API billing export · pHash shadow run · Provider region docs · Legal review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 — Before / After Hypothesis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475989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Execute the Roadmap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34747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 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 for (1 week)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pHash Cache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calls / 1K uploads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~17% fewer calls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hit rate ≥15%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R ($/image)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~$0.001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~75% cost reduction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≥98% on flagged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EU-West Region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gCO₂ per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 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~0.4 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 carbon/image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 = EU on ≥95% calls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Off-Peak Batching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Peak-hour call volume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 all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shifted to 2–6 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HW utilisation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queue drain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20040" y="470916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hypotheses are falsifiable: if week-1 cache hit rate &lt;5%, revisit duplicate assumption before proceeding.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2347</Words>
  <Application>Microsoft Office PowerPoint</Application>
  <PresentationFormat>On-screen Show (16:9)</PresentationFormat>
  <Paragraphs>239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ClearCart — Green Tech Assessment</dc:title>
  <dc:subject>PptxGenJS Presentation</dc:subject>
  <dc:creator>PptxGenJS</dc:creator>
  <cp:lastModifiedBy>Dilia Navarro</cp:lastModifiedBy>
  <cp:revision>2</cp:revision>
  <dcterms:created xsi:type="dcterms:W3CDTF">2026-05-31T17:15:51Z</dcterms:created>
  <dcterms:modified xsi:type="dcterms:W3CDTF">2026-06-04T07:47:18Z</dcterms:modified>
</cp:coreProperties>
</file>